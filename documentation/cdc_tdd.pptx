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280160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cdc — Complex Desk Calculator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D1D5DB"/>
                </a:solidFill>
                <a:latin typeface="Calibri"/>
              </a:rPr>
              <a:t>Test-driven development in 29 increments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Hector Giraud (261191916), Lucas Bitbol (261158667)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How these slides were made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Disclosure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3611880" cy="2743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1  Captured during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1546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While doing TDD, every RED and GREEN step ran our snap.sh script. It saved the screenshots and committed them with a structured message (incNN RED/GREEN: test id).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5696" y="1325880"/>
            <a:ext cx="3611880" cy="2743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5696" y="1325880"/>
            <a:ext cx="3611880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6002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97706"/>
                </a:solidFill>
                <a:latin typeface="Calibri"/>
              </a:rPr>
              <a:t>2  Built by a deterministic 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194560"/>
            <a:ext cx="31546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This deck was then generated automatically from the git history and those screenshots: 29 increments, no manual editing. The same repository always produces the same slides.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02752" y="1325880"/>
            <a:ext cx="3611880" cy="2743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02752" y="1325880"/>
            <a:ext cx="3611880" cy="8229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16002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A34A"/>
                </a:solidFill>
                <a:latin typeface="Calibri"/>
              </a:rPr>
              <a:t>3  Generator written with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2194560"/>
            <a:ext cx="31546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The script that builds the slides (build_slides.py) was written with the help of an AI assistant. It does not use AI when it runs: it only reads git, the test files and the images.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3484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This was only possible because of how we organised our TDD automation: each screenshot and commit was produced in a consistent, machine-readable way at the moment the work happened.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66360"/>
            <a:ext cx="11091672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166360"/>
            <a:ext cx="82296" cy="7772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66360"/>
            <a:ext cx="10698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All of the calculator code, the unit tests and their statements, and the following of the TDD process itself were written by us, WITHOUT AI-generated code. AI was used only for writing the automation script and the slide-building script.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snap.sh  →  git history + documentation/shots/  →  build_slides.py  →  this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How each increment is documented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Every increment starts with a statement slide: the unit test, what it checks and the expected results.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It is followed by five screenshots, generated automatically by snap.sh and committed with the code: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1  the new unit test code (diff of tests/)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2  the new test failing before any implementation — RED commit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3  the production code changes, highlighted as a diff of src/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4  the new test passing after the change — GREEN commit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5  the whole suite (uv run pytest) still passing — no regressions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The step bar at the bottom of each slide shows where you are in the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863" y="566928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76575" y="566928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4287" y="566928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1999" y="566928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79711" y="566928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1–14 of 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97280"/>
          <a:ext cx="11365992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503920"/>
                <a:gridCol w="2039112"/>
              </a:tblGrid>
              <a:tr h="347472">
                <a:tc>
                  <a:txBody>
                    <a:bodyPr/>
                    <a:lstStyle/>
                    <a:p>
                      <a:r>
                        <a:rPr sz="1200"/>
                        <a:t>Inc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Unit test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File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01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Calculator has push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test_class.py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02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Calculator push is safe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test_class.py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03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Calculator has working pop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test_class.py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04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Calculator does substract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test_class.py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05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If stack underflow while substract number is not lost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test_class.py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06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Calculator does divide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test_class.py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07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If stack underflow while divide number is not lost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test_class.py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08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If divide by zero number is not lost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test_class.py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09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Calculator does add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test_class.py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10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If add number is not lost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test_class.py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11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Calculator does multiply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test_class.py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12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If multiply number is not lost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test_class.py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13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Calculator does delete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test_class.py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14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Delete on empty stack raises  (passed directly)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test_class.py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15–28 of 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97280"/>
          <a:ext cx="11365992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503920"/>
                <a:gridCol w="2039112"/>
              </a:tblGrid>
              <a:tr h="347472">
                <a:tc>
                  <a:txBody>
                    <a:bodyPr/>
                    <a:lstStyle/>
                    <a:p>
                      <a:r>
                        <a:rPr sz="1200"/>
                        <a:t>Inc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Unit test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File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15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Decoder instantiates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test_ui.py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Decoder handles push pop with reals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test_ui.py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17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Decoder handles push pop with complex and weird inputs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test_ui.py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18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Decoder handles decimal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test_ui.py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19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Decoder rejects bad number inputs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test_ui.py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20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Decoder handles sequence of inputs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test_ui.py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21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Decoder handles all right inputs and wrong inputs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test_ui.py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22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Cli quits on eof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test_ui.py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23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Cli works for one line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test_ui.py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24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Cli works for multiple lines and input types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test_ui.py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25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Cli escapes errors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test_ui.py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26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Delete works and 0 is displayed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test_ui.py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27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No output when no pop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test_ui.py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28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Cli is case insensitive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test_ui.py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29–29 of 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97280"/>
          <a:ext cx="11365992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503920"/>
                <a:gridCol w="2039112"/>
              </a:tblGrid>
              <a:tr h="347472">
                <a:tc>
                  <a:txBody>
                    <a:bodyPr/>
                    <a:lstStyle/>
                    <a:p>
                      <a:r>
                        <a:rPr sz="1200"/>
                        <a:t>Inc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Unit test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File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29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Negative zero is normalized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test_ui.py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01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test_class.py  ·  1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Calculator has push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tests/test_class.py::test_calculator_has_push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calculator has push.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calc.push(0)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2da1cc3  green aa94aa9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01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has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870" y="1325880"/>
            <a:ext cx="5425212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documentation\shots\inc01\1-test-code.png   ·   commit 2da1cc3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01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has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468" y="1325880"/>
            <a:ext cx="7600016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documentation\shots\inc01\2-test-fails.png   ·   commit 2da1cc3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01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has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653" y="1325880"/>
            <a:ext cx="7519646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documentation\shots\inc01\3-code-change.png   ·   commit aa94aa9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01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has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documentation\shots\inc01\4-test-passes.png   ·   commit aa94aa9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01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has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04295"/>
            <a:ext cx="11365992" cy="32494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documentation\shots\inc01\5-all-tests-pass.png   ·   commit aa94aa9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02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test_class.py  ·  2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Calculator push is 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tests/test_class.py::test_calculator_push_is_safe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calculator push is safe.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raises ValueError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f83bfe7  green 35193f6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02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push is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187" y="1325880"/>
            <a:ext cx="6494577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documentation\shots\inc02\1-test-code.png   ·   commit f83bfe7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02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push is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472" y="1325880"/>
            <a:ext cx="3800008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documentation\shots\inc02\2-test-fails.png   ·   commit f83bfe7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02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push is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930" y="1325880"/>
            <a:ext cx="7259092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documentation\shots\inc02\3-code-change.png   ·   commit 35193f6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02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push is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documentation\shots\inc02\4-test-passes.png   ·   commit 35193f6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02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push is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04295"/>
            <a:ext cx="11365992" cy="32494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documentation\shots\inc02\5-all-tests-pass.png   ·   commit 35193f6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03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test_class.py  ·  3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Calculator has working pop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tests/test_class.py::test_calculator_has_working_pop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calculator has working pop.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calc.pop() == 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6690114  green 095aa68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03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has working pop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791" y="1325880"/>
            <a:ext cx="6195369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documentation\shots\inc03\1-test-code.png   ·   commit 6690114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03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has working pop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084" y="1325880"/>
            <a:ext cx="6620783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documentation\shots\inc03\2-test-fails.png   ·   commit 6690114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03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has working pop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393" y="1325880"/>
            <a:ext cx="9282166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documentation\shots\inc03\3-code-change.png   ·   commit 095aa68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03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has working pop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documentation\shots\inc03\4-test-passes.png   ·   commit 095aa68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03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has working pop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04295"/>
            <a:ext cx="11365992" cy="32494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documentation\shots\inc03\5-all-tests-pass.png   ·   commit 095aa68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04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test_class.py  ·  4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Calculator does substract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tests/test_class.py::test_calculator_does_substract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calculator does substract.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calc.pop() ==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2dd9338  green 581f619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04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substract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644" y="1325880"/>
            <a:ext cx="4991664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documentation\shots\inc04\1-test-code.png   ·   commit 2dd9338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4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04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substract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166" y="1325880"/>
            <a:ext cx="2412619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documentation\shots\inc04\2-test-fails.png   ·   commit 2dd9338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4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04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substract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818" y="1325880"/>
            <a:ext cx="6793316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documentation\shots\inc04\3-code-change.png   ·   commit 581f619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4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04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substract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documentation\shots\inc04\4-test-passes.png   ·   commit 581f619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4 /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04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substract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04295"/>
            <a:ext cx="11365992" cy="32494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documentation\shots\inc04\5-all-tests-pass.png   ·   commit 581f619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4 / 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05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test_class.py  ·  5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If stack underflow while substract number is not lost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tests/test_class.py::test_if_stack_underflow_while_substract_number_is_not_lost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if stack underflow while substract number is not lost.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calc.pop() ==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9a75cf5  green 60e860a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05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stack underflow while substract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70" y="1325880"/>
            <a:ext cx="9060611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documentation\shots\inc05\1-test-code.png   ·   commit 9a75cf5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5 / 29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05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stack underflow while substract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436" y="1325880"/>
            <a:ext cx="500408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documentation\shots\inc05\2-test-fails.png   ·   commit 9a75cf5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5 / 29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05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stack underflow while substract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457" y="1325880"/>
            <a:ext cx="7918037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documentation\shots\inc05\3-code-change.png   ·   commit 60e860a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5 / 29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05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stack underflow while substract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documentation\shots\inc05\4-test-passes.png   ·   commit 60e860a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5 / 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05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stack underflow while substract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04295"/>
            <a:ext cx="11365992" cy="32494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documentation\shots\inc05\5-all-tests-pass.png   ·   commit 60e860a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5 / 29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06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test_class.py  ·  6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Calculator does divide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tests/test_class.py::test_calculator_does_divide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calculator does divide.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calc.pop() == pytest.approx(result)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30a08e4  green 3a8c154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06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divide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867" y="1325880"/>
            <a:ext cx="7175218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documentation\shots\inc06\1-test-code.png   ·   commit 30a08e4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6 / 29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06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divide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368" y="1325880"/>
            <a:ext cx="2384215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documentation\shots\inc06\2-test-fails.png   ·   commit 30a08e4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6 / 29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06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divide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818" y="1325880"/>
            <a:ext cx="6793316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documentation\shots\inc06\3-code-change.png   ·   commit 3a8c154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6 / 29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06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divide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documentation\shots\inc06\4-test-passes.png   ·   commit 3a8c154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6 / 29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06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divide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04295"/>
            <a:ext cx="11365992" cy="32494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documentation\shots\inc06\5-all-tests-pass.png   ·   commit 3a8c154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6 / 29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07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test_class.py  ·  7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If stack underflow while divide number is not lost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tests/test_class.py::test_if_stack_underflow_while_divide_number_is_not_lost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if stack underflow while divide number is not lost.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calc.pop() ==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848ed1a  green 22811f0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07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stack underflow while divide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592" y="1325880"/>
            <a:ext cx="6905767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documentation\shots\inc07\1-test-code.png   ·   commit 848ed1a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7 / 29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07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stack underflow while divide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436" y="1325880"/>
            <a:ext cx="500408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documentation\shots\inc07\2-test-fails.png   ·   commit 848ed1a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7 / 29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07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stack underflow while divide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457" y="1325880"/>
            <a:ext cx="7918037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documentation\shots\inc07\3-code-change.png   ·   commit 22811f0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7 / 29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07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stack underflow while divide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documentation\shots\inc07\4-test-passes.png   ·   commit 22811f0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7 / 29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07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stack underflow while divide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04295"/>
            <a:ext cx="11365992" cy="32494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documentation\shots\inc07\5-all-tests-pass.png   ·   commit 22811f0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7 / 29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08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test_class.py  ·  8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If divide by zero number is not lost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tests/test_class.py::test_if_divide_by_zero_number_is_not_lost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if divide by zero number is not lost.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calc.pop() ==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a17cc75  green 038d187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08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divide by zero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673" y="1325880"/>
            <a:ext cx="7797606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documentation\shots\inc08\1-test-code.png   ·   commit a17cc75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8 / 29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08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divide by zero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769" y="1325880"/>
            <a:ext cx="4883414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documentation\shots\inc08\2-test-fails.png   ·   commit a17cc75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8 / 29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08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divide by zero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457" y="1325880"/>
            <a:ext cx="7918037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documentation\shots\inc08\3-code-change.png   ·   commit 038d187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8 / 29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08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divide by zero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documentation\shots\inc08\4-test-passes.png   ·   commit 038d187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8 / 29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08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divide by zero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04295"/>
            <a:ext cx="11365992" cy="32494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documentation\shots\inc08\5-all-tests-pass.png   ·   commit 038d187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8 / 29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09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test_class.py  ·  9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Calculator does add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tests/test_class.py::test_calculator_does_add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calculator does add.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calc.pop() == 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commit 242614c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09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468" y="1325880"/>
            <a:ext cx="7192016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documentation\shots\inc09\1-test-code.png   ·   commit 242614c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9 / 29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09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462" y="1325880"/>
            <a:ext cx="6552027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documentation\shots\inc09\2-test-fails.png   ·   commit 242614c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9 / 29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09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311" y="1325880"/>
            <a:ext cx="6790329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documentation\shots\inc09\3-code-change.png   ·   commit 242614c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9 / 29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09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8775"/>
            <a:ext cx="11365992" cy="282044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documentation\shots\inc09\4-test-passes.png   ·   commit 242614c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9 / 29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09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4923"/>
            <a:ext cx="11365992" cy="302815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documentation\shots\inc09\5-all-tests-pass.png   ·   commit 242614c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9 / 29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10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test_class.py  ·  10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If add number is not lost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tests/test_class.py::test_if_add_number_is_not_lost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if add number is not lost.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calc.pop() ==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commit f456f94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10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add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178" y="1325880"/>
            <a:ext cx="5422596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documentation\shots\inc10\1-test-code.png   ·   commit f456f94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10 / 29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10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add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174" y="1325880"/>
            <a:ext cx="4616604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documentation\shots\inc10\2-test-fails.png   ·   commit f456f94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10 / 29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10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add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198" y="1325880"/>
            <a:ext cx="7914555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documentation\shots\inc10\3-code-change.png   ·   commit f456f94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10 / 29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10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add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8775"/>
            <a:ext cx="11365992" cy="282044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documentation\shots\inc10\4-test-passes.png   ·   commit f456f94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10 / 29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10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add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4923"/>
            <a:ext cx="11365992" cy="302815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documentation\shots\inc10\5-all-tests-pass.png   ·   commit f456f94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10 / 29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11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test_class.py  ·  11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Calculator does multiply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tests/test_class.py::test_calculator_does_multiply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calculator does multiply.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calc.pop() == 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commit d93fba5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11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multiply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728" y="1325880"/>
            <a:ext cx="6477495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documentation\shots\inc11\1-test-code.png   ·   commit d93fba5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11 / 29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11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multiply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462" y="1325880"/>
            <a:ext cx="6552027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documentation\shots\inc11\2-test-fails.png   ·   commit d93fba5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11 / 29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11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multiply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311" y="1325880"/>
            <a:ext cx="6790329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documentation\shots\inc11\3-code-change.png   ·   commit d93fba5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11 / 29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11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multiply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8775"/>
            <a:ext cx="11365992" cy="282044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documentation\shots\inc11\4-test-passes.png   ·   commit d93fba5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11 / 29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11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multiply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4923"/>
            <a:ext cx="11365992" cy="302815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documentation\shots\inc11\5-all-tests-pass.png   ·   commit d93fba5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11 / 29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12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test_class.py  ·  12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If multiply number is not lost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tests/test_class.py::test_if_multiply_number_is_not_lost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if multiply number is not lost.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calc.pop() ==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commit 2729801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12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multiply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226" y="1325880"/>
            <a:ext cx="7238499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documentation\shots\inc12\1-test-code.png   ·   commit 2729801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12 / 29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12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multiply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200" y="1325880"/>
            <a:ext cx="5002552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documentation\shots\inc12\2-test-fails.png   ·   commit 2729801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12 / 29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12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multiply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198" y="1325880"/>
            <a:ext cx="7914555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documentation\shots\inc12\3-code-change.png   ·   commit 2729801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12 / 29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12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multiply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8775"/>
            <a:ext cx="11365992" cy="282044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documentation\shots\inc12\4-test-passes.png   ·   commit 2729801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12 / 29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12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If multiply number is not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4923"/>
            <a:ext cx="11365992" cy="302815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documentation\shots\inc12\5-all-tests-pass.png   ·   commit 2729801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12 / 29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13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test_class.py  ·  13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Calculator does delete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tests/test_class.py::test_calculator_does_delete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calculator does delete.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calc.pop() ==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commit 7d379f5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13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328" y="1325880"/>
            <a:ext cx="7866296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documentation\shots\inc13\1-test-code.png   ·   commit 7d379f5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13 / 29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13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462" y="1325880"/>
            <a:ext cx="6552027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documentation\shots\inc13\2-test-fails.png   ·   commit 7d379f5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13 / 29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13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306" y="1325880"/>
            <a:ext cx="7516339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documentation\shots\inc13\3-code-change.png   ·   commit 7d379f5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13 / 29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13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8775"/>
            <a:ext cx="11365992" cy="282044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documentation\shots\inc13\4-test-passes.png   ·   commit 7d379f5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13 / 29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13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Calculator does 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4923"/>
            <a:ext cx="11365992" cy="302815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documentation\shots\inc13\5-all-tests-pass.png   ·   commit 7d379f5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13 / 29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14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test_class.py  ·  14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Delete on empty stack raises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tests/test_class.py::test_delete_on_empty_stack_raises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delete on empty stack raises.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raises IndexError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406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ℹ This test passed directly: existing code already covered it, so no production change was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commit 4f0578a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14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Delete on empty stack raises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84" y="1325880"/>
            <a:ext cx="7294784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documentation\shots\inc14\1-test-code.png   ·   commit 4f0578a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14 / 29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14 · Step 2/5 — Unit test run before code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Delete on empty stack raises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Passed directly — existing code already satisfied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65992" cy="4206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6B7280"/>
                </a:solidFill>
              </a:rPr>
              <a:t>No screenshot for this step (2-test-fails.png not found).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documentation\shots\inc14\2-test-fails.png   ·   commit 4f0578a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14 / 29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14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Delete on empty stack raises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65992" cy="4206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6B7280"/>
                </a:solidFill>
              </a:rPr>
              <a:t>No production code change was needed for this increment.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documentation\shots\inc14\3-code-change.png   ·   commit 4f0578a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14 / 29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14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Delete on empty stack raises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65992" cy="4206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6B7280"/>
                </a:solidFill>
              </a:rPr>
              <a:t>No screenshot for this step (4-test-passes.png not found).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documentation\shots\inc14\4-test-passes.png   ·   commit 4f0578a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14 / 29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14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Delete on empty stack raises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65992" cy="4206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6B7280"/>
                </a:solidFill>
              </a:rPr>
              <a:t>No screenshot for this step (5-all-tests-pass.png not found).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documentation\shots\inc14\5-all-tests-pass.png   ·   commit 4f0578a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14 / 29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15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test_ui.py  ·  15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Decoder instantiates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tests/test_ui.py::test_decoder_instantiates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decoder instantiates.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isinstance(decoder, Decoder)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33363d9  green 3257490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15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instantiates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247" y="1325880"/>
            <a:ext cx="5882458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documentation\shots\inc15\1-test-code.png   ·   commit 33363d9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15 / 29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15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instantiates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15" y="1325880"/>
            <a:ext cx="7325122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documentation\shots\inc15\2-test-fails.png   ·   commit 33363d9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15 / 29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15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instantiates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830" y="1325880"/>
            <a:ext cx="7819292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documentation\shots\inc15\3-code-change.png   ·   commit 3257490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15 / 29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15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instantiates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documentation\shots\inc15\4-test-passes.png   ·   commit 3257490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15 / 29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15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instantiates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86261"/>
            <a:ext cx="11365992" cy="34854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documentation\shots\inc15\5-all-tests-pass.png   ·   commit 3257490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15 / 29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16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test_ui.py  ·  16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Decoder handles push pop with reals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tests/test_ui.py::test_decoder_handles_push_pop_with_reals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decoder handles push pop with reals.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n == 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n == -1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n == 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f090884  green 2c07019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16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push pop with reals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415" y="1325880"/>
            <a:ext cx="4714121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documentation\shots\inc16\1-test-code.png   ·   commit f090884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16 / 29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16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push pop with reals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468" y="1325880"/>
            <a:ext cx="7600016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documentation\shots\inc16\2-test-fails.png   ·   commit f090884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16 / 29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16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push pop with reals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041" y="1325880"/>
            <a:ext cx="4712869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documentation\shots\inc16\3-code-change.png   ·   commit 2c07019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16 / 29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16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push pop with reals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documentation\shots\inc16\4-test-passes.png   ·   commit 2c07019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16 / 29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16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push pop with reals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86261"/>
            <a:ext cx="11365992" cy="34854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documentation\shots\inc16\5-all-tests-pass.png   ·   commit 2c07019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16 / 29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17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test_ui.py  ·  17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Decoder handles push pop with complex and weird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tests/test_ui.py::test_decoder_handles_push_pop_with_complex_and_weird_inputs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decoder handles push pop with complex and weird inputs.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assert n == 2 + 3j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assert n == 2 + 3j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assert n == 2 + 3j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assert n == 2 + 3j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assert n == 2 - 3j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assert n == 2 + 3j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assert n == 2 + 3j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assert n == -3j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… and 17 more assertions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69dd06c  green cb34666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17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push pop with complex and weird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792" y="1325880"/>
            <a:ext cx="1505368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documentation\shots\inc17\1-test-code.png   ·   commit 69dd06c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17 / 29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17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push pop with complex and weird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440" y="1325880"/>
            <a:ext cx="3254071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documentation\shots\inc17\2-test-fails.png   ·   commit 69dd06c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17 / 29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17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push pop with complex and weird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994" y="1325880"/>
            <a:ext cx="3054963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documentation\shots\inc17\3-code-change.png   ·   commit cb34666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17 / 29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17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push pop with complex and weird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documentation\shots\inc17\4-test-passes.png   ·   commit cb34666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17 / 29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17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push pop with complex and weird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86261"/>
            <a:ext cx="11365992" cy="34854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documentation\shots\inc17\5-all-tests-pass.png   ·   commit cb34666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17 / 29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18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test_ui.py  ·  18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Decoder handles decimal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tests/test_ui.py::test_decoder_handles_decimal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decoder handles decimal.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n == pytest.approx(1.4)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n == pytest.approx(-1.4)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n == pytest.approx(-1.0)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n == pytest.approx(3.2 - 1.4j)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f7d913e  green cc4fd92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18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decimal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607" y="1325880"/>
            <a:ext cx="7371738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documentation\shots\inc18\1-test-code.png   ·   commit f7d913e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18 / 29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18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decimal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870" y="1325880"/>
            <a:ext cx="3307211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documentation\shots\inc18\2-test-fails.png   ·   commit f7d913e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18 / 29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18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decimal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016" y="1325880"/>
            <a:ext cx="5322919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documentation\shots\inc18\3-code-change.png   ·   commit cc4fd92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18 / 29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18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decimal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documentation\shots\inc18\4-test-passes.png   ·   commit cc4fd92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18 / 29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18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decimal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86261"/>
            <a:ext cx="11365992" cy="34854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documentation\shots\inc18\5-all-tests-pass.png   ·   commit cc4fd92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18 / 29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19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test_ui.py  ·  19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Decoder rejects bad number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tests/test_ui.py::test_decoder_rejects_bad_number_inputs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decoder rejects bad number inputs.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raises SyntaxError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raises SyntaxError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raises SyntaxError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raises SyntaxError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raises SyntaxError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raises SyntaxError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raises SyntaxError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raises SyntaxError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… and 4 more assertions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34a141e  green b45cfac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19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rejects bad number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229" y="1325880"/>
            <a:ext cx="3628493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documentation\shots\inc19\1-test-code.png   ·   commit 34a141e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19 / 29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19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rejects bad number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468" y="1325880"/>
            <a:ext cx="7600016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documentation\shots\inc19\2-test-fails.png   ·   commit 34a141e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19 / 29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19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rejects bad number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800" y="1325880"/>
            <a:ext cx="9065352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documentation\shots\inc19\3-code-change.png   ·   commit b45cfac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19 / 29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19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rejects bad number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documentation\shots\inc19\4-test-passes.png   ·   commit b45cfac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19 / 29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19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rejects bad number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86261"/>
            <a:ext cx="11365992" cy="34854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documentation\shots\inc19\5-all-tests-pass.png   ·   commit b45cfac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19 / 29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20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test_ui.py  ·  20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Decoder handles sequence of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tests/test_ui.py::test_decoder_handles_sequence_of_inputs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decoder handles sequence of inputs.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assert n == pytest.approx(1.3)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assert n == pytest.approx(1.4)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assert n == 5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assert n == pytest.approx(3.4)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assert n == 2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assert n == 3j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assert n == 4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assert n == 1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… and 3 more assertions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b7d85f9  green c50425b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20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sequence of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165" y="1325880"/>
            <a:ext cx="3942621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documentation\shots\inc20\1-test-code.png   ·   commit b7d85f9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20 / 29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20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sequence of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882" y="1325880"/>
            <a:ext cx="6411187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documentation\shots\inc20\2-test-fails.png   ·   commit b7d85f9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20 / 29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20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sequence of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934" y="1325880"/>
            <a:ext cx="2697084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documentation\shots\inc20\3-code-change.png   ·   commit c50425b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20 / 29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20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sequence of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documentation\shots\inc20\4-test-passes.png   ·   commit c50425b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20 / 29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20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sequence of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86261"/>
            <a:ext cx="11365992" cy="34854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documentation\shots\inc20\5-all-tests-pass.png   ·   commit c50425b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20 / 29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21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test_ui.py  ·  21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Decoder handles all right inputs and wrong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tests/test_ui.py::test_decoder_handles_all_right_inputs_and_wrong_inputs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decoder handles all right inputs and wrong inputs.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assert n == pytest.approx(7.6)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assert n == pytest.approx(1 - 5j)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raises IndexError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raises IndexError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raises IndexError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raises IndexError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raises IndexError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raises IndexError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✓ … and 9 more assertions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d36cb4f  green 9d25d42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21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all right inputs and wrong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401" y="1325880"/>
            <a:ext cx="306615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documentation\shots\inc21\1-test-code.png   ·   commit d36cb4f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21 / 29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21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all right inputs and wrong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084" y="1325880"/>
            <a:ext cx="6620783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documentation\shots\inc21\2-test-fails.png   ·   commit d36cb4f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21 / 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21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all right inputs and wrong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596" y="1325880"/>
            <a:ext cx="1931759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documentation\shots\inc21\3-code-change.png   ·   commit 9d25d42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21 / 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21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all right inputs and wrong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documentation\shots\inc21\4-test-passes.png   ·   commit 9d25d42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21 / 29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21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Decoder handles all right inputs and wrong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86261"/>
            <a:ext cx="11365992" cy="34854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documentation\shots\inc21\5-all-tests-pass.png   ·   commit 9d25d42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21 / 29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22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test_ui.py  ·  22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Cli quits on eof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tests/test_ui.py::test_cli_quits_on_eof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cli quits on eof.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True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a98446f  green 5ea44ee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22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quits on eof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832" y="1325880"/>
            <a:ext cx="5977288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documentation\shots\inc22\1-test-code.png   ·   commit a98446f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22 / 29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22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quits on eof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469" y="1325880"/>
            <a:ext cx="6040013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documentation\shots\inc22\2-test-fails.png   ·   commit a98446f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22 / 29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22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quits on eof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279" y="1325880"/>
            <a:ext cx="3856394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documentation\shots\inc22\3-code-change.png   ·   commit 5ea44ee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22 / 29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22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quits on eof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documentation\shots\inc22\4-test-passes.png   ·   commit 5ea44ee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22 / 29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22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quits on eof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86261"/>
            <a:ext cx="11365992" cy="34854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documentation\shots\inc22\5-all-tests-pass.png   ·   commit 5ea44ee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22 / 29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23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test_ui.py  ·  23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Cli works for one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tests/test_ui.py::test_cli_works_for_one_line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cli works for one 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run_session('push 3+4---5j push 6 sub push 2 mul push 2 div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90f1ee8  green 88b807f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23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works for one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78967"/>
            <a:ext cx="11365992" cy="39000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documentation\shots\inc23\1-test-code.png   ·   commit 90f1ee8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23 / 29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23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works for one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202" y="1325880"/>
            <a:ext cx="6844547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documentation\shots\inc23\2-test-fails.png   ·   commit 90f1ee8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23 / 29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23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works for one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797" y="1325880"/>
            <a:ext cx="5945358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documentation\shots\inc23\3-code-change.png   ·   commit 88b807f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23 / 29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23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works for one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documentation\shots\inc23\4-test-passes.png   ·   commit 88b807f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23 / 29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23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works for one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86261"/>
            <a:ext cx="11365992" cy="34854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documentation\shots\inc23\5-all-tests-pass.png   ·   commit 88b807f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23 / 29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24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test_ui.py  ·  24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Cli works for multiple lines and input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tests/test_ui.py::test_cli_works_for_multiple_lines_and_input_types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cli works for multiple lines and input types.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run_session('push 3+4---5j push 6 sub push 2 mul push 2 div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a6656d4  green 580e0d7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24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works for multiple lines and input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39312"/>
            <a:ext cx="11365992" cy="27793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documentation\shots\inc24\1-test-code.png   ·   commit a6656d4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24 / 29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24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works for multiple lines and input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882" y="1325880"/>
            <a:ext cx="6411187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documentation\shots\inc24\2-test-fails.png   ·   commit a6656d4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24 / 29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24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works for multiple lines and input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27440"/>
            <a:ext cx="11365992" cy="3803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documentation\shots\inc24\3-code-change.png   ·   commit 580e0d7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24 / 29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24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works for multiple lines and input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documentation\shots\inc24\4-test-passes.png   ·   commit 580e0d7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24 / 29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24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works for multiple lines and input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86261"/>
            <a:ext cx="11365992" cy="34854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documentation\shots\inc24\5-all-tests-pass.png   ·   commit 580e0d7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24 / 29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25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test_ui.py  ·  25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Cli escapes errors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tests/test_ui.py::test_cli_escapes_errors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cli escapes errors.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run_session('add') == '$&gt;Error: stack underflow\n$&gt;\n'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run_session('push 1 push 0 div') == '$&gt;Error: division by ze…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run_session('push pop pop') == '$&gt;Error: wrong syntax\n$&gt;\n'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2c9e48d  green ce5d719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25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escapes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17539"/>
            <a:ext cx="11365992" cy="262292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documentation\shots\inc25\1-test-code.png   ·   commit 2c9e48d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25 / 29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25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escapes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436" y="1325880"/>
            <a:ext cx="500408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documentation\shots\inc25\2-test-fails.png   ·   commit 2c9e48d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25 / 29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25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escapes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014" y="1325880"/>
            <a:ext cx="4558923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documentation\shots\inc25\3-code-change.png   ·   commit ce5d719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25 / 29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25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escapes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documentation\shots\inc25\4-test-passes.png   ·   commit ce5d719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25 / 29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25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escapes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86261"/>
            <a:ext cx="11365992" cy="34854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documentation\shots\inc25\5-all-tests-pass.png   ·   commit ce5d719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25 / 29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26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test_ui.py  ·  26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Delete works and 0 is displayed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tests/test_ui.py::test_delete_works_and_0_is_displayed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delete works and 0 is displayed.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run_session('push 0 pop\n') == '$&gt;0 + j0\n$&gt;\n'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run_session('push 1 push 0 +j00.00 mul pop\n') == '$&gt;0 + j0\…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run_session('push 1.0 push 2 delete pop\n') == '$&gt;1 + j0\n$&gt;\n'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run_session('delete') == '$&gt;Error: stack underflow\n$&gt;\n'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4745f6d  green 2d519a4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26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Delete works and 0 is displayed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66" y="1325880"/>
            <a:ext cx="998982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documentation\shots\inc26\1-test-code.png   ·   commit 4745f6d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26 / 29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26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Delete works and 0 is displayed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493" y="1325880"/>
            <a:ext cx="7083965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documentation\shots\inc26\2-test-fails.png   ·   commit 4745f6d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26 / 29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26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Delete works and 0 is displayed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802" y="1325880"/>
            <a:ext cx="6103347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documentation\shots\inc26\3-code-change.png   ·   commit 2d519a4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26 / 29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26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Delete works and 0 is displayed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documentation\shots\inc26\4-test-passes.png   ·   commit 2d519a4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26 / 29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26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Delete works and 0 is displayed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86261"/>
            <a:ext cx="11365992" cy="34854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documentation\shots\inc26\5-all-tests-pass.png   ·   commit 2d519a4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26 / 29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27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test_ui.py  ·  27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No output when no pop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tests/test_ui.py::test_no_output_when_no_pop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no output when no pop.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run_session('push 1\n') == '$&gt;$&gt;\n'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run_session('push 3 push 4 push 6') == '$&gt;$&gt;\n'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7cc3a6a  green 9548558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27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No output when no pop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754" y="1325880"/>
            <a:ext cx="9021443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documentation\shots\inc27\1-test-code.png   ·   commit 7cc3a6a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27 / 29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27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No output when no pop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436" y="1325880"/>
            <a:ext cx="500408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documentation\shots\inc27\2-test-fails.png   ·   commit 7cc3a6a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27 / 29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27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No output when no pop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394" y="1325880"/>
            <a:ext cx="7774164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documentation\shots\inc27\3-code-change.png   ·   commit 9548558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27 / 29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27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No output when no pop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5386"/>
            <a:ext cx="11365992" cy="3027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documentation\shots\inc27\4-test-passes.png   ·   commit 9548558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27 / 29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27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No output when no pop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86261"/>
            <a:ext cx="11365992" cy="34854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documentation\shots\inc27\5-all-tests-pass.png   ·   commit 9548558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27 / 29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28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test_ui.py  ·  28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Cli is case insensitive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tests/test_ui.py::test_cli_is_case_insensitive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cli is case insensitive.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run_session('PuSh 3+4---5j PuSh 6 SuB PuSh 2 MuL PuSh 2 DiV …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run_session('pUsH 1 pUsH 2 aDd pOp\n') == '$&gt;3 + j0\n$&gt;\n'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7b58c6a  green ffb7719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28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is case insensitive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79" y="1325880"/>
            <a:ext cx="11215593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documentation\shots\inc28\1-test-code.png   ·   commit 7b58c6a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28 / 29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28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is case insensitive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74" y="1325880"/>
            <a:ext cx="7153204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documentation\shots\inc28\2-test-fails.png   ·   commit 7b58c6a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28 / 29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28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is case insensitive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451" y="1325880"/>
            <a:ext cx="642005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documentation\shots\inc28\3-code-change.png   ·   commit ffb7719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28 / 29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28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is case insensitive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99502"/>
            <a:ext cx="11365992" cy="30589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documentation\shots\inc28\4-test-passes.png   ·   commit ffb7719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28 / 29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28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 is case insensitive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67973"/>
            <a:ext cx="11365992" cy="352205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documentation\shots\inc28\5-all-tests-pass.png   ·   commit ffb7719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28 / 29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Increment 29 —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test_ui.py  ·  29 /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Negative zero is normalized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onsolas"/>
              </a:rPr>
              <a:t>tests/test_ui.py::test_negative_zero_is_normalized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120640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Checks that: negative zero is normalized.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331720"/>
            <a:ext cx="5742432" cy="3063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EXPECTED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run_session('push -0.0 pop\n') == '$&gt;0 + j0\n$&gt;\n'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✓ assert run_session('push 1 push -0.0 mul pop\n') == '$&gt;0 + j0\n$&gt;\n'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63" y="585216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575" y="585216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4287" y="585216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1999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9711" y="585216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red 7320c35  green e5c7f62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29 · Step 1/5 — Unit 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Negative zero is normalized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New test added — diff of tests/</a:t>
            </a:r>
          </a:p>
        </p:txBody>
      </p:sp>
      <p:pic>
        <p:nvPicPr>
          <p:cNvPr id="6" name="Picture 5" descr="1-te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05834"/>
            <a:ext cx="11365992" cy="40463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documentation\shots\inc29\1-test-code.png   ·   commit 7320c35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29 / 29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29 · Step 2/5 — Unit test fails (RED)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Negative zero is normalized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before implementing it</a:t>
            </a:r>
          </a:p>
        </p:txBody>
      </p:sp>
      <p:pic>
        <p:nvPicPr>
          <p:cNvPr id="6" name="Picture 5" descr="2-test-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575" y="1325880"/>
            <a:ext cx="7081802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documentation\shots\inc29\2-test-fails.png   ·   commit 7320c35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29 / 29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29 · Step 3/5 —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Negative zero is normalized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Highlighted diff of src/ (green = added, red = removed)</a:t>
            </a:r>
          </a:p>
        </p:txBody>
      </p:sp>
      <p:pic>
        <p:nvPicPr>
          <p:cNvPr id="6" name="Picture 5" descr="3-code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67658"/>
            <a:ext cx="11365992" cy="372268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documentation\shots\inc29\3-code-change.png   ·   commit e5c7f62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29 / 29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29 · Step 4/5 — Unit test passes (GREEN)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Negative zero is normalized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Only the new test, run after the code change</a:t>
            </a:r>
          </a:p>
        </p:txBody>
      </p:sp>
      <p:pic>
        <p:nvPicPr>
          <p:cNvPr id="6" name="Picture 5" descr="4-test-p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99502"/>
            <a:ext cx="11365992" cy="30589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documentation\shots\inc29\4-test-passes.png   ·   commit e5c7f62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29 / 29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Inc 29 · Step 5/5 — All previous tests still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Negative zero is normalized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regression run: uv run pytest</a:t>
            </a:r>
          </a:p>
        </p:txBody>
      </p:sp>
      <p:pic>
        <p:nvPicPr>
          <p:cNvPr id="6" name="Picture 5" descr="5-all-tests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67973"/>
            <a:ext cx="11365992" cy="352205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863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1  Test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575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2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3  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99" y="5760720"/>
            <a:ext cx="210312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7280"/>
                </a:solidFill>
              </a:rPr>
              <a:t>4 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9711" y="5760720"/>
            <a:ext cx="21031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All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onsolas"/>
              </a:rPr>
              <a:t>documentation\shots\inc29\5-all-tests-pass.png   ·   commit e5c7f62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